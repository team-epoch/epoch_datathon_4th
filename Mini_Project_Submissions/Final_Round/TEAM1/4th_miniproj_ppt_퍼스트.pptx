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7627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asset: rasterized image of user-provided original slide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asset: rasterized image of user-provided original slide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asset: rasterized image of user-provided original slide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asset: rasterized image of user-provided original slide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asset: rasterized image of user-provided original slide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asset: rasterized image of user-provided original slide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analysis from the user-provided notebook and CSV files.
- The threshold sensitivity chart is from a reproducible rerun on the provided practice CSV files.
- The parameter cards reflect the fixed settings present in the original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analysis from the user-provided notebook and CSV files.
- CV bars use the numeric outputs saved inside the original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analysis from the user-provided notebook and CSV files.
- Confusion matrix and F2 score use the saved outputs from the original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analysis from the user-provided notebook and CSV files.
- Feature importance is from the RandomForest analysis cell in the original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analysis from the user-provided notebook and CSV files.
- Threshold 0.03 vs 0.50 comparison is from a reproducible rerun on the provided practice CSV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4th_miniproj_ppt_퍼스트/slide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4th_miniproj_ppt_퍼스트/slid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4th_miniproj_ppt_퍼스트/slide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4th_miniproj_ppt_퍼스트/slide-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4th_miniproj_ppt_퍼스트/slide-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4th_miniproj_ppt_퍼스트/slide-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850392"/>
            <a:ext cx="11365992" cy="0"/>
          </a:xfrm>
          <a:prstGeom prst="line">
            <a:avLst/>
          </a:prstGeom>
          <a:noFill/>
          <a:ln w="1397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/mnt/data/ppt_theme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7976" y="283464"/>
            <a:ext cx="539496" cy="5394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91440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765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파라미터 튜닝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58368" y="1417320"/>
            <a:ext cx="10863072" cy="393192"/>
          </a:xfrm>
          <a:prstGeom prst="roundRect">
            <a:avLst>
              <a:gd name="adj" fmla="val 11628"/>
            </a:avLst>
          </a:prstGeom>
          <a:solidFill>
            <a:srgbClr val="F7F9F7"/>
          </a:solidFill>
          <a:ln w="12700">
            <a:solidFill>
              <a:srgbClr val="D7E1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841248" y="1490472"/>
            <a:ext cx="10497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4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성능 향상의 핵심은 모델 추가보다 불균형 대응과 낮은 threshold 설정이었습니다.</a:t>
            </a:r>
            <a:endParaRPr lang="en-US" sz="1600" dirty="0"/>
          </a:p>
        </p:txBody>
      </p:sp>
      <p:pic>
        <p:nvPicPr>
          <p:cNvPr id="7" name="Image 1" descr="/mnt/data/slide_assets/slide07_파라미터튜닝_대시보드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4503" y="1856232"/>
            <a:ext cx="8578234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850392"/>
            <a:ext cx="11365992" cy="0"/>
          </a:xfrm>
          <a:prstGeom prst="line">
            <a:avLst/>
          </a:prstGeom>
          <a:noFill/>
          <a:ln w="1397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/mnt/data/ppt_theme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7976" y="283464"/>
            <a:ext cx="539496" cy="5394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91440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765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성능 평가 ① 교차검증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58368" y="1417320"/>
            <a:ext cx="10863072" cy="393192"/>
          </a:xfrm>
          <a:prstGeom prst="roundRect">
            <a:avLst>
              <a:gd name="adj" fmla="val 11628"/>
            </a:avLst>
          </a:prstGeom>
          <a:solidFill>
            <a:srgbClr val="F7F9F7"/>
          </a:solidFill>
          <a:ln w="12700">
            <a:solidFill>
              <a:srgbClr val="D7E1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841248" y="1490472"/>
            <a:ext cx="10497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4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Val F2는 약 0.52 수준으로 재현되지만 Train과의 격차는 점검이 필요합니다.</a:t>
            </a:r>
            <a:endParaRPr lang="en-US" sz="1600" dirty="0"/>
          </a:p>
        </p:txBody>
      </p:sp>
      <p:pic>
        <p:nvPicPr>
          <p:cNvPr id="7" name="Image 1" descr="/mnt/data/slide_assets/slide08_성능평가_CV_F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3352" y="1856232"/>
            <a:ext cx="746053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850392"/>
            <a:ext cx="11365992" cy="0"/>
          </a:xfrm>
          <a:prstGeom prst="line">
            <a:avLst/>
          </a:prstGeom>
          <a:noFill/>
          <a:ln w="1397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/mnt/data/ppt_theme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7976" y="283464"/>
            <a:ext cx="539496" cy="5394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91440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765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성능 평가 ② 홀드아웃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58368" y="1417320"/>
            <a:ext cx="10863072" cy="393192"/>
          </a:xfrm>
          <a:prstGeom prst="roundRect">
            <a:avLst>
              <a:gd name="adj" fmla="val 11628"/>
            </a:avLst>
          </a:prstGeom>
          <a:solidFill>
            <a:srgbClr val="F7F9F7"/>
          </a:solidFill>
          <a:ln w="12700">
            <a:solidFill>
              <a:srgbClr val="D7E1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841248" y="1490472"/>
            <a:ext cx="10497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4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파산 31개 중 21개를 탐지해, 정밀도보다 재현율을 우선한 운영점입니다.</a:t>
            </a:r>
            <a:endParaRPr lang="en-US" sz="1600" dirty="0"/>
          </a:p>
        </p:txBody>
      </p:sp>
      <p:pic>
        <p:nvPicPr>
          <p:cNvPr id="7" name="Image 1" descr="/mnt/data/slide_assets/slide09_성능평가_홀드아웃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9469" y="1856232"/>
            <a:ext cx="834830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850392"/>
            <a:ext cx="11365992" cy="0"/>
          </a:xfrm>
          <a:prstGeom prst="line">
            <a:avLst/>
          </a:prstGeom>
          <a:noFill/>
          <a:ln w="1397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/mnt/data/ppt_theme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7976" y="283464"/>
            <a:ext cx="539496" cy="5394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91440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765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 해석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58368" y="1417320"/>
            <a:ext cx="10863072" cy="393192"/>
          </a:xfrm>
          <a:prstGeom prst="roundRect">
            <a:avLst>
              <a:gd name="adj" fmla="val 11628"/>
            </a:avLst>
          </a:prstGeom>
          <a:solidFill>
            <a:srgbClr val="F7F9F7"/>
          </a:solidFill>
          <a:ln w="12700">
            <a:solidFill>
              <a:srgbClr val="D7E1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841248" y="1490472"/>
            <a:ext cx="10497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4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가장 강한 신호는 golden_ratio_br, 즉 차입의존도와 유보이익 구조의 조합이었습니다.</a:t>
            </a:r>
            <a:endParaRPr lang="en-US" sz="1600" dirty="0"/>
          </a:p>
        </p:txBody>
      </p:sp>
      <p:pic>
        <p:nvPicPr>
          <p:cNvPr id="7" name="Image 1" descr="/mnt/data/slide_assets/slide10_모델해석_변수중요도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163" y="1856232"/>
            <a:ext cx="8916914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850392"/>
            <a:ext cx="11365992" cy="0"/>
          </a:xfrm>
          <a:prstGeom prst="line">
            <a:avLst/>
          </a:prstGeom>
          <a:noFill/>
          <a:ln w="1397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/mnt/data/ppt_theme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7976" y="283464"/>
            <a:ext cx="539496" cy="5394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91440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765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결론 및 인사이트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58368" y="1417320"/>
            <a:ext cx="10863072" cy="393192"/>
          </a:xfrm>
          <a:prstGeom prst="roundRect">
            <a:avLst>
              <a:gd name="adj" fmla="val 11628"/>
            </a:avLst>
          </a:prstGeom>
          <a:solidFill>
            <a:srgbClr val="F7F9F7"/>
          </a:solidFill>
          <a:ln w="12700">
            <a:solidFill>
              <a:srgbClr val="D7E1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841248" y="1490472"/>
            <a:ext cx="10497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4A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모델은 적게 찍는 모델보다 위험 기업을 놓치지 않는 탐지 전략에 가깝습니다.</a:t>
            </a:r>
            <a:endParaRPr lang="en-US" sz="1600" dirty="0"/>
          </a:p>
        </p:txBody>
      </p:sp>
      <p:pic>
        <p:nvPicPr>
          <p:cNvPr id="7" name="Image 1" descr="/mnt/data/slide_assets/slide11_결론_운영점비교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3419" y="1856232"/>
            <a:ext cx="7960402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360</Words>
  <Application>Microsoft Office PowerPoint</Application>
  <PresentationFormat>와이드스크린</PresentationFormat>
  <Paragraphs>32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Noto Sans CJK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EPOCH Datathon 4th - 분석 파트</dc:title>
  <dc:subject>파산예측 발표 슬라이드</dc:subject>
  <dc:creator>OpenAI</dc:creator>
  <cp:lastModifiedBy>한 태영</cp:lastModifiedBy>
  <cp:revision>1</cp:revision>
  <dcterms:created xsi:type="dcterms:W3CDTF">2026-03-30T17:11:43Z</dcterms:created>
  <dcterms:modified xsi:type="dcterms:W3CDTF">2026-03-30T19:04:07Z</dcterms:modified>
</cp:coreProperties>
</file>